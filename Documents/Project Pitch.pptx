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6200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141A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35040" y="0"/>
            <a:ext cx="6156655" cy="6858000"/>
          </a:xfrm>
          <a:prstGeom prst="rect">
            <a:avLst/>
          </a:prstGeom>
          <a:solidFill>
            <a:srgbClr val="0BA5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>
                <a:solidFill>
                  <a:srgbClr val="F9C846"/>
                </a:solidFill>
                <a:latin typeface="Boucherie Block" panose="020F0502020204030204" pitchFamily="2" charset="0"/>
                <a:ea typeface="Cambria" pitchFamily="34" charset="-122"/>
                <a:cs typeface="Cambria" pitchFamily="34" charset="-120"/>
              </a:rPr>
              <a:t>TEAM FORGE</a:t>
            </a:r>
            <a:endParaRPr lang="en-US" sz="1600" dirty="0">
              <a:latin typeface="Boucherie Block" panose="020F0502020204030204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GRID GOES DARK, </a:t>
            </a:r>
            <a:r>
              <a:rPr lang="en-US" sz="3400" b="1" dirty="0">
                <a:solidFill>
                  <a:srgbClr val="F9C8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DON'T.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463040" cy="1463040"/>
          </a:xfrm>
          <a:prstGeom prst="ellipse">
            <a:avLst/>
          </a:prstGeom>
          <a:solidFill>
            <a:srgbClr val="1E262F"/>
          </a:solidFill>
          <a:ln w="19050">
            <a:solidFill>
              <a:srgbClr val="313D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laptop_mu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761488"/>
            <a:ext cx="960120" cy="960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965960" y="2514600"/>
            <a:ext cx="1463040" cy="1463040"/>
          </a:xfrm>
          <a:prstGeom prst="ellipse">
            <a:avLst/>
          </a:prstGeom>
          <a:solidFill>
            <a:srgbClr val="1E262F"/>
          </a:solidFill>
          <a:ln w="19050">
            <a:solidFill>
              <a:srgbClr val="313D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icons/bulb_mu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2848" y="2761488"/>
            <a:ext cx="960120" cy="9601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83280" y="2514600"/>
            <a:ext cx="1463040" cy="1463040"/>
          </a:xfrm>
          <a:prstGeom prst="ellipse">
            <a:avLst/>
          </a:prstGeom>
          <a:solidFill>
            <a:srgbClr val="1E262F"/>
          </a:solidFill>
          <a:ln w="19050">
            <a:solidFill>
              <a:srgbClr val="313D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icons/fan_mut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0168" y="2761488"/>
            <a:ext cx="960120" cy="9601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5760" y="43434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POWER. NO OPTIONS.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640080" y="48920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6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dead battery is the end of the road for every device you own.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109460" y="2509375"/>
            <a:ext cx="1463040" cy="1463040"/>
          </a:xfrm>
          <a:prstGeom prst="ellipse">
            <a:avLst/>
          </a:prstGeom>
          <a:solidFill>
            <a:srgbClr val="0E8887"/>
          </a:solidFill>
          <a:ln w="31750">
            <a:solidFill>
              <a:srgbClr val="F9C846"/>
            </a:solidFill>
            <a:prstDash val="solid"/>
          </a:ln>
          <a:effectLst>
            <a:outerShdw blurRad="127000" dist="508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3" descr="icons/laptop_brigh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6348" y="2756263"/>
            <a:ext cx="960120" cy="9601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503920" y="2509375"/>
            <a:ext cx="1463040" cy="1463040"/>
          </a:xfrm>
          <a:prstGeom prst="ellipse">
            <a:avLst/>
          </a:prstGeom>
          <a:solidFill>
            <a:srgbClr val="0E8887"/>
          </a:solidFill>
          <a:ln w="31750">
            <a:solidFill>
              <a:srgbClr val="F9C846"/>
            </a:solidFill>
            <a:prstDash val="solid"/>
          </a:ln>
          <a:effectLst>
            <a:outerShdw blurRad="127000" dist="508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4" descr="icons/bulb_brigh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0808" y="2756263"/>
            <a:ext cx="960120" cy="96012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9834372" y="2503777"/>
            <a:ext cx="1463040" cy="1463040"/>
          </a:xfrm>
          <a:prstGeom prst="ellipse">
            <a:avLst/>
          </a:prstGeom>
          <a:solidFill>
            <a:srgbClr val="0E8887"/>
          </a:solidFill>
          <a:ln w="31750">
            <a:solidFill>
              <a:srgbClr val="F9C846"/>
            </a:solidFill>
            <a:prstDash val="solid"/>
          </a:ln>
          <a:effectLst>
            <a:outerShdw blurRad="127000" dist="508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5" descr="icons/fan_brigh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60" y="2750665"/>
            <a:ext cx="960120" cy="9601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309360" y="4343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POWER, ANYWHERE.</a:t>
            </a:r>
            <a:endParaRPr lang="en-US" sz="2200" dirty="0"/>
          </a:p>
        </p:txBody>
      </p:sp>
      <p:sp>
        <p:nvSpPr>
          <p:cNvPr id="21" name="Text 13"/>
          <p:cNvSpPr/>
          <p:nvPr/>
        </p:nvSpPr>
        <p:spPr>
          <a:xfrm>
            <a:off x="6583680" y="4892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12V battery becomes a full 230V outlet in seconds.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5440680" y="2606040"/>
            <a:ext cx="1234440" cy="1234440"/>
          </a:xfrm>
          <a:prstGeom prst="ellipse">
            <a:avLst/>
          </a:prstGeom>
          <a:solidFill>
            <a:srgbClr val="FFFFFF"/>
          </a:solidFill>
          <a:ln/>
          <a:effectLst>
            <a:outerShdw blurRad="152400" dist="63500" dir="54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6" descr="icons/bolt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0720" y="2926080"/>
            <a:ext cx="594360" cy="59436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681728" y="38587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INVERTER</a:t>
            </a: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365760" y="64465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 ·  12V → 230V Pure Sine Wave Inverter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</Words>
  <Application>Microsoft Office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Boucherie Block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Balakumar Rahul</cp:lastModifiedBy>
  <cp:revision>2</cp:revision>
  <dcterms:created xsi:type="dcterms:W3CDTF">2026-07-20T08:20:09Z</dcterms:created>
  <dcterms:modified xsi:type="dcterms:W3CDTF">2026-07-20T10:07:51Z</dcterms:modified>
</cp:coreProperties>
</file>